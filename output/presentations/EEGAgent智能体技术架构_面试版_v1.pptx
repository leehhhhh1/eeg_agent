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6baaf8b654074" /><Relationship Type="http://schemas.openxmlformats.org/officeDocument/2006/relationships/extended-properties" Target="/docProps/app.xml" Id="R0ff85e87beca433c" /><Relationship Type="http://schemas.openxmlformats.org/officeDocument/2006/relationships/officeDocument" Target="/ppt/presentation.xml" Id="Rdb79da5e226c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5941ea5073433f"/>
  </p:sldMasterIdLst>
  <p:notesMasterIdLst>
    <p:notesMasterId xmlns:r="http://schemas.openxmlformats.org/officeDocument/2006/relationships" r:id="R8c6527d43a6c4ba5"/>
  </p:notesMasterIdLst>
  <p:sldIdLst>
    <p:sldId xmlns:r="http://schemas.openxmlformats.org/officeDocument/2006/relationships" id="256" r:id="Rd7c09493c514434a"/>
    <p:sldId xmlns:r="http://schemas.openxmlformats.org/officeDocument/2006/relationships" id="257" r:id="Rb01332c58228483b"/>
    <p:sldId xmlns:r="http://schemas.openxmlformats.org/officeDocument/2006/relationships" id="258" r:id="R137f0d6cc1a340d7"/>
    <p:sldId xmlns:r="http://schemas.openxmlformats.org/officeDocument/2006/relationships" id="259" r:id="R5170fd11326348df"/>
    <p:sldId xmlns:r="http://schemas.openxmlformats.org/officeDocument/2006/relationships" id="260" r:id="R41d1e31782fc40fd"/>
    <p:sldId xmlns:r="http://schemas.openxmlformats.org/officeDocument/2006/relationships" id="261" r:id="Rdbd6af0ac61d461c"/>
    <p:sldId xmlns:r="http://schemas.openxmlformats.org/officeDocument/2006/relationships" id="262" r:id="Raed6213c13434da3"/>
    <p:sldId xmlns:r="http://schemas.openxmlformats.org/officeDocument/2006/relationships" id="263" r:id="R0bc4107a39f54150"/>
    <p:sldId xmlns:r="http://schemas.openxmlformats.org/officeDocument/2006/relationships" id="264" r:id="R0b0d8c13d9f54b65"/>
    <p:sldId xmlns:r="http://schemas.openxmlformats.org/officeDocument/2006/relationships" id="265" r:id="R7af3e8d8bb204c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c88413755401d" /><Relationship Type="http://schemas.openxmlformats.org/officeDocument/2006/relationships/slideMaster" Target="/ppt/slideMasters/slideMaster1.xml" Id="R9a5941ea5073433f" /><Relationship Type="http://schemas.openxmlformats.org/officeDocument/2006/relationships/notesMaster" Target="/ppt/notesMasters/notesMaster1.xml" Id="R8c6527d43a6c4ba5" /><Relationship Type="http://schemas.openxmlformats.org/officeDocument/2006/relationships/presProps" Target="/ppt/presProps.xml" Id="Rd143818c9f20467c" /><Relationship Type="http://schemas.openxmlformats.org/officeDocument/2006/relationships/tableStyles" Target="/ppt/tableStyles.xml" Id="R8da704a33a764d1b" /><Relationship Type="http://schemas.openxmlformats.org/officeDocument/2006/relationships/slide" Target="/ppt/slides/slide1.xml" Id="Rd7c09493c514434a" /><Relationship Type="http://schemas.openxmlformats.org/officeDocument/2006/relationships/slide" Target="/ppt/slides/slide2.xml" Id="Rb01332c58228483b" /><Relationship Type="http://schemas.openxmlformats.org/officeDocument/2006/relationships/slide" Target="/ppt/slides/slide3.xml" Id="R137f0d6cc1a340d7" /><Relationship Type="http://schemas.openxmlformats.org/officeDocument/2006/relationships/slide" Target="/ppt/slides/slide4.xml" Id="R5170fd11326348df" /><Relationship Type="http://schemas.openxmlformats.org/officeDocument/2006/relationships/slide" Target="/ppt/slides/slide5.xml" Id="R41d1e31782fc40fd" /><Relationship Type="http://schemas.openxmlformats.org/officeDocument/2006/relationships/slide" Target="/ppt/slides/slide6.xml" Id="Rdbd6af0ac61d461c" /><Relationship Type="http://schemas.openxmlformats.org/officeDocument/2006/relationships/slide" Target="/ppt/slides/slide7.xml" Id="Raed6213c13434da3" /><Relationship Type="http://schemas.openxmlformats.org/officeDocument/2006/relationships/slide" Target="/ppt/slides/slide8.xml" Id="R0bc4107a39f54150" /><Relationship Type="http://schemas.openxmlformats.org/officeDocument/2006/relationships/slide" Target="/ppt/slides/slide9.xml" Id="R0b0d8c13d9f54b65" /><Relationship Type="http://schemas.openxmlformats.org/officeDocument/2006/relationships/slide" Target="/ppt/slides/slide10.xml" Id="R7af3e8d8bb204c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ce8a78686943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f85084b74460a" /><Relationship Type="http://schemas.openxmlformats.org/officeDocument/2006/relationships/notesMaster" Target="/ppt/notesMasters/notesMaster1.xml" Id="R49e75c4d1e7f41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32198674e4717" /><Relationship Type="http://schemas.openxmlformats.org/officeDocument/2006/relationships/notesMaster" Target="/ppt/notesMasters/notesMaster1.xml" Id="Rb8d80302840a42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aae1735684370" /><Relationship Type="http://schemas.openxmlformats.org/officeDocument/2006/relationships/notesMaster" Target="/ppt/notesMasters/notesMaster1.xml" Id="R5e4e0779d1a2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274da05ef64d06" /><Relationship Type="http://schemas.openxmlformats.org/officeDocument/2006/relationships/notesMaster" Target="/ppt/notesMasters/notesMaster1.xml" Id="R0bfcdba6cee5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2894b92af44f6" /><Relationship Type="http://schemas.openxmlformats.org/officeDocument/2006/relationships/notesMaster" Target="/ppt/notesMasters/notesMaster1.xml" Id="Rf3c3fcf87a1140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31762131604380" /><Relationship Type="http://schemas.openxmlformats.org/officeDocument/2006/relationships/notesMaster" Target="/ppt/notesMasters/notesMaster1.xml" Id="R8f6c09bcc4454d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badb7637a42cb" /><Relationship Type="http://schemas.openxmlformats.org/officeDocument/2006/relationships/notesMaster" Target="/ppt/notesMasters/notesMaster1.xml" Id="R7de69b94544c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025cfb7b048c5" /><Relationship Type="http://schemas.openxmlformats.org/officeDocument/2006/relationships/notesMaster" Target="/ppt/notesMasters/notesMaster1.xml" Id="Ra2a25408439a4e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fe6de666644921" /><Relationship Type="http://schemas.openxmlformats.org/officeDocument/2006/relationships/notesMaster" Target="/ppt/notesMasters/notesMaster1.xml" Id="R67393f3b7d8844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b65d34500a466a" /><Relationship Type="http://schemas.openxmlformats.org/officeDocument/2006/relationships/notesMaster" Target="/ppt/notesMasters/notesMaster1.xml" Id="R3a4e300d552f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建议开场：EEGAgent 不是把 LLM 直接接到 EEG 数据，而是用运行时把规划、工具、记忆和知识检索拆成可控模块。</a:t>
            </a:r>
          </a:p>
          <a:p xmlns:a="http://schemas.openxmlformats.org/drawingml/2006/main">
            <a:r>
              <a:t>来源：README.md；agent_runtime；RAG；mcp_server。</a:t>
            </a:r>
          </a:p>
          <a:p xmlns:a="http://schemas.openxmlformats.org/drawingml/2006/main"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面试讲法：用分层先建立全局认知。规划、记忆、调用协议、领域能力和知识库各自可替换。</a:t>
            </a:r>
          </a:p>
          <a:p xmlns:a="http://schemas.openxmlformats.org/drawingml/2006/main"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关键词路由适合高精度意图，命中后不再走语义选择。</a:t>
            </a:r>
          </a:p>
          <a:p xmlns:a="http://schemas.openxmlformats.org/drawingml/2006/main">
            <a:r>
              <a:t>语义路由使用本地 BGE-M3，默认专用阈值 0.65，候选分差 0.05，general_eeg 下限 0.45。</a:t>
            </a:r>
          </a:p>
          <a:p xmlns:a="http://schemas.openxmlformats.org/drawingml/2006/main"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这是一个工程化 ReAct 循环：模型提出 action，MCP 返回 observation，模型继续决策。</a:t>
            </a:r>
          </a:p>
          <a:p xmlns:a="http://schemas.openxmlformats.org/drawingml/2006/main">
            <a:r>
              <a:t>运行时收集流式 reasoning_content 和 tool_call 增量，确保 DeepSeek 思考模式在后续工具轮次保持上下文连续。</a:t>
            </a:r>
          </a:p>
          <a:p xmlns:a="http://schemas.openxmlformats.org/drawingml/2006/main"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会话摘要不是让模型自由总结工具原始输出。代码只抽取白名单字段，避免把大 payload 长期保存。</a:t>
            </a:r>
          </a:p>
          <a:p xmlns:a="http://schemas.openxmlformats.org/drawingml/2006/main">
            <a:r>
              <a:t>历史压缩以完整 user turn 为单位，tool_calls 与对应 tool 消息保持原子性。</a:t>
            </a:r>
          </a:p>
          <a:p xmlns:a="http://schemas.openxmlformats.org/drawingml/2006/main"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双重授权包括 schema 暴露和执行前 allowlist 校验。当前实现为了保持提示词前缀稳定，模型在会话内看见固定工具 schema 联集。</a:t>
            </a:r>
          </a:p>
          <a:p xmlns:a="http://schemas.openxmlformats.org/drawingml/2006/main">
            <a:r>
              <a:t>真正调用时仍按当前 Skill 检查权限，所以 schema 稳定不会扩大执行能力。</a:t>
            </a:r>
          </a:p>
          <a:p xmlns:a="http://schemas.openxmlformats.org/drawingml/2006/main"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Parent 用于保存章节级上下文和来源元数据，Child 用于精细召回。</a:t>
            </a:r>
          </a:p>
          <a:p xmlns:a="http://schemas.openxmlformats.org/drawingml/2006/main">
            <a:r>
              <a:t>表格和列表按行拆分，普通段落按句子边界拆分；稳定 ID 使用 SHA-1 摘要。</a:t>
            </a:r>
          </a:p>
          <a:p xmlns:a="http://schemas.openxmlformats.org/drawingml/2006/main"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模糊问题先用 Dense Top-1 做 FAISS probe，默认阈值 0.35。</a:t>
            </a:r>
          </a:p>
          <a:p xmlns:a="http://schemas.openxmlformats.org/drawingml/2006/main">
            <a:r>
              <a:t>三路融合使用 rank 而不是直接混合原始分数，降低不同打分尺度造成的偏差。</a:t>
            </a:r>
          </a:p>
          <a:p xmlns:a="http://schemas.openxmlformats.org/drawingml/2006/main"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这个例子适合面试时按 Trace 顺序讲，能够把规划、RAG 策略、MCP、记忆和安全输出串起来。</a:t>
            </a:r>
          </a:p>
          <a:p xmlns:a="http://schemas.openxmlformats.org/drawingml/2006/main">
            <a:r>
              <a:t>detection Skill 规定窗口不超过 600 秒；本例使用 0 至 60 秒。</a:t>
            </a:r>
          </a:p>
          <a:p xmlns:a="http://schemas.openxmlformats.org/drawingml/2006/main"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最后一页把技术亮点与不足同时讲清楚。右侧均为建议，不代表当前已经实现。</a:t>
            </a:r>
          </a:p>
          <a:p xmlns:a="http://schemas.openxmlformats.org/drawingml/2006/main"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e1d27aec44f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0378b7b1a407b" /><Relationship Type="http://schemas.openxmlformats.org/officeDocument/2006/relationships/slideLayout" Target="/ppt/slideLayouts/slideLayout1.xml" Id="R11fb25dfea744f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b25dfea744f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0102abe834af0" /><Relationship Type="http://schemas.openxmlformats.org/officeDocument/2006/relationships/image" Target="/ppt/media/image.png" Id="R2c002142655445f9" /><Relationship Type="http://schemas.openxmlformats.org/officeDocument/2006/relationships/notesSlide" Target="/ppt/notesSlides/notesSlide1.xml" Id="R54986efc7e7040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c2af3ff2e42f6" /><Relationship Type="http://schemas.openxmlformats.org/officeDocument/2006/relationships/notesSlide" Target="/ppt/notesSlides/notesSlide2.xml" Id="Rf04ddefec56c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db6c2861840ad" /><Relationship Type="http://schemas.openxmlformats.org/officeDocument/2006/relationships/notesSlide" Target="/ppt/notesSlides/notesSlide3.xml" Id="R8e61236c869d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9db520904f74" /><Relationship Type="http://schemas.openxmlformats.org/officeDocument/2006/relationships/notesSlide" Target="/ppt/notesSlides/notesSlide4.xml" Id="Raff63c1a9b3b4b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cec95b7dd4d7a" /><Relationship Type="http://schemas.openxmlformats.org/officeDocument/2006/relationships/notesSlide" Target="/ppt/notesSlides/notesSlide5.xml" Id="R086229d5a8a94b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48d2ba4e04897" /><Relationship Type="http://schemas.openxmlformats.org/officeDocument/2006/relationships/notesSlide" Target="/ppt/notesSlides/notesSlide6.xml" Id="Rc0ffe7348f19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0251735e4ef0" /><Relationship Type="http://schemas.openxmlformats.org/officeDocument/2006/relationships/notesSlide" Target="/ppt/notesSlides/notesSlide7.xml" Id="R664899bf0e444a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3075d72194db3" /><Relationship Type="http://schemas.openxmlformats.org/officeDocument/2006/relationships/notesSlide" Target="/ppt/notesSlides/notesSlide8.xml" Id="R9cc5ff810a174c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e0ac669e49d9" /><Relationship Type="http://schemas.openxmlformats.org/officeDocument/2006/relationships/notesSlide" Target="/ppt/notesSlides/notesSlide9.xml" Id="Rfd76c83ed89444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57599aa324b6c" /><Relationship Type="http://schemas.openxmlformats.org/officeDocument/2006/relationships/notesSlide" Target="/ppt/notesSlides/notesSlide10.xml" Id="R6d0dfb983dd5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02142655445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A96D4-6142-490E-B56E-B5E82F7B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95FA4-AEF8-4317-943B-C4ED04FA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INTERVIEW TECHNICAL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17CE2-4E43-46F4-9907-DF190832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FA7B1-CDDC-44D3-BF4A-61F1B593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智能体技术架构与工程实现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4D4DB-6DA5-45E8-9C10-317797D9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规划机制  ·  记忆模块  ·  MCP 工具调用  ·  RAG 建库与检索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9A4D5-68F8-456B-8EA3-2EE967C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面试讲解版  |  10 页</a:t>
            </a:r>
          </a:p>
        </p:txBody>
      </p:sp>
    </p:spTree>
    <p:extLst>
      <p:ext uri="{BB962C8B-B14F-4D97-AF65-F5344CB8AC3E}">
        <p14:creationId xmlns:p14="http://schemas.microsoft.com/office/powerpoint/2010/main" val="1694916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6992-FC26-489A-B152-F8F0AC0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  系统总览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D769A-D201-4658-9626-B0AC49D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五层技术架构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9CB6D-CC69-4344-9659-2D63F21E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587F7-8851-48BD-A1EE-79CBA8E4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核心目标是让 LLM 负责决策，让确定性代码负责边界、执行和状态管理。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8F925-13A4-4DF9-A905-8AF1884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E6949-6B17-4896-86A2-03F6938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CB517-E9ED-4016-AA5C-229AA8A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PySide6 桌面端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D4137-C40F-41A8-B22E-64191CB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EDF 选择、对话流、执行轨迹、取消与导出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C7B4B-57C4-4799-BA69-FBE803E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934FF-DA4D-4852-A9E2-BDFCB8B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Agent 运行时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155A9-2591-4CC8-996E-263CC243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Planner + Memory + ReAct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47C78-D905-4317-AD8D-8EC9321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路由 Skill、管理上下文、驱动多轮工具调用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C94E5-A212-402E-B6DD-CE658CD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12ED3-C7E3-45C9-8FFF-CFDCB07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协议层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710D6-9786-4C76-AA33-F5A130D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81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over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76533-D5AB-4EE2-8FDD-2C4BE0F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持久连接、工具发现、结构化调用与错误归一化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85F0A-C4DE-42B9-A39A-0CDC9370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20BD5-2397-4C92-BAF4-17AE475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能力层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EE7C5-9719-4935-A220-19C2092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 Tools + 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8BAD2-A64C-46C5-A6CD-3826981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基础信息、片段探索、事件检测、报告生成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6EC02-4DE5-4C58-9370-7B8AF5E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2DDA7-005F-4ADA-91DC-870124B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知识层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26B0A-6451-4A79-98FA-F8C5986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Local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333FD-210E-401B-82BB-7B82F58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43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Docling 建库、BGE-M3 混合召回、重排与临时注入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9256B-F761-416D-A3C9-7517338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来源：desktop_app.py；agent_runtime；mcp_server；eeg_core；RAG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63A9F-F2B1-45D4-AB72-28A67504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5745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76647B-52E9-46FC-BFDC-53733020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  规划机制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E897D-B30D-4F60-8421-3184A808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两级 Skill 路由与安全降级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6D51D-2F7B-461B-88CE-017FDF8F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55116-486A-4F66-A39B-2276892C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规划的第一步不是生成工具调用，而是先确定本轮任务边界。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6EA25-B788-4685-9327-CF7E5E27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B9ED9-3682-41D7-8211-AA6D7FE8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用户问题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0C8AD-4969-44A7-A10E-12F9EEAF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例如：检查前十分钟有没有癫痫样放电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E1375-3734-4018-9575-F38BBEE1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6F52A-5609-4683-A6C5-6B55082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关键词路由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62DFC-6CB7-4373-BDC3-6A14DDFA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统计命中数，再按 priority 与名称排序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74241-C284-40DD-A8E2-5BF2C232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66941-D4AF-40D5-854F-B1D5E731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语义路由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C06CF-F470-4261-926A-341FE22F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BGE-M3 对描述和 routing_examples 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620C7-194C-4E37-8170-1797B32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CA5D0-9EE4-4E02-961F-FC0E5EA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专用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BE0B5-4092-4662-8388-4F84C9B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top ≥ 0.65 且 margin ≥ 0.05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66E1D-836F-4778-A1CC-A7FB13AA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EA565-2494-4933-8ACE-BFE47F2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general_eeg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C17B4-0D64-42D4-99B8-3E44912B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专用未通过，但 top ≥ 0.45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54F88-CF8C-4E38-9E28-A1A9826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1AD53-E381-4754-A028-9F10E017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no_skill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21ADB-190A-49A5-A17D-B748B5D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339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低置信度时禁用 EEG 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79C98-E985-4E74-BFF5-ED8D6D72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9431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E8736-C9F7-417D-967B-4EB46968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623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本轮计划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309E0-0D9E-4031-A4E2-FC2415B8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 + allowed_tools + 输出规则</a:t>
            </a:r>
          </a:p>
        </p:txBody>
      </p: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28950" y="2638425"/>
            <a:ext cx="5905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28950" y="2838450"/>
            <a:ext cx="590550" cy="1304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57900" y="3771900"/>
            <a:ext cx="6477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57900" y="4143375"/>
            <a:ext cx="6477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10650" y="2466975"/>
            <a:ext cx="590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C99B7F-C08B-4FF0-8592-028ABC6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语义分数取每个 Skill 最相似的 2 条样例均值，减少单条样例偶然命中。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19C257-54EC-423F-BE28-0E78125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来源：agent_runtime/skills/selector.py；semantic_selector.py；registry.py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150BB3-48DA-4DD4-BEBD-A5E20ACB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9134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0BAAD-4769-410C-86CA-2E289844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03  规划执行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B8C66-97A4-421C-A3D3-63F96296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受约束的流式 ReAct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29625-8A18-41C8-AD2E-982AA768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B88E0-7EA9-45C8-A06B-C1DD14A3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模型可以连续调用工具，但运行时掌握会话、授权、终止条件和错误处理。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29542-B80E-40B8-8806-84E4E149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008C6-1A6E-48A2-9CAD-22FD528B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组织上下文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1A2BA-1B16-4FC2-ABA3-21773595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系统指令、会话摘要、本轮 Skill、RAG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74DEF-E77C-484E-ABE5-5AF63A2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55BF-400B-47F1-B549-87F5C664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6FF9D-2871-46D7-BB6C-BC8D2A07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流式输出文本、推理内容与函数参数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50B44-0865-41F7-B8F8-F063FE9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50C5-C148-4823-A734-14939473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解析 tool_calls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6EAB4-B5C6-4D82-B9CB-0BC72E99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index 拼接增量参数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8813E-9B4C-4A97-88BA-5ED0E9AF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65EE2-700B-4F4D-903B-4CCEB06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运行时校验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32ADC-352B-410E-93C7-63D3D2B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检查 session 与 allowed_tools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50FAD-E365-45D6-B4A4-030508C3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30BA3-7EEA-4DED-9FF6-53A3FBE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DAEDB-B025-45D2-8E7F-5DB96996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自动注入 session_id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6078B-A8A5-4AC9-B0A6-9F5DEFD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E4C5A-19BF-472C-B392-A88CAD8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写回结果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247B1-5F1C-48B9-B4CC-76DA0C33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 消息进入下一轮模型请求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47414-658D-42A6-AFCB-DD597456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9916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28ACBA-845F-4650-AE5F-D6E8A60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继续循环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849B97-51E7-436A-906E-A9FF6383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存在 tool_calls 时追加 assistant 与 tool 消息，再请求模型。没有工具调用时输出最终答案。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DE700-40BF-4FF9-B998-608DB76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硬上限：8 轮工具调用。达到上限后移除工具 schema，要求模型基于已有证据收敛。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447E62-DF1C-4B3F-945B-6A934A8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A3AA2-01CD-42F8-A479-56D5EBA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8018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2F27B-EE70-4C11-ADEF-15E4127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04  记忆模块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8EA2C-F4B4-4D6F-BBC1-7275CA20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三层记忆与低频压缩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ABEC-A257-4AA8-BDA6-24B4A170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C7EB6-0421-4771-857D-75DFD18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系统分别保存对话过程、稳定事实和 EEG 领域状态，避免把所有信息都塞进聊天历史。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4884F-8D0A-49B0-828A-40F4E75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37048-0768-4C3B-9CC5-D32E4890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短期对话记忆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65C6D-9FA2-494E-A8B3-0ECF4FF4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A0D76-AE47-4C6D-9548-B39BF5E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955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完整 user、assistant、tool 交换；保留 reasoning_content 供工具轮次续接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F3BAB-BE3C-4341-AD64-AD332453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32444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17BF5-B1CA-4AAC-AD88-64DAD48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结构化会话摘要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6A375-A75A-4081-994F-5A40EE1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session_summary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1D803-2CE8-4604-8C97-C122A21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recording、patient、analyses、findings、reports、conversation；每类最多 12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D3355-C9B8-4144-A813-9C72F6E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59D76-4FD4-4664-91F5-C1136896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领域状态记忆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B5DF-D9D5-491C-9452-5F56D40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EEGSession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9858F-81EE-4551-8B94-A7F5CF7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raw、processed_data、bipolar_channels、findings、reports；由 session_id 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46966-D845-4F21-B4E9-C3E9F5D6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9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1B2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9DDD4-0CF4-4833-95AE-53828123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压缩策略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9EA38-45E8-4F2B-A116-7A13D47B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00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32K token 上限；达到 80% 后压缩最旧完整轮次，目标降到 55%；系统提示、会话摘要和最新轮次继续保留。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C37BB-F911-44E4-8543-C2635603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来源：agent_runtime/mcp_chat_agent.py；token_budget.py；eeg_core/session.py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72774-523E-4D8F-A26F-3043D48F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4258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E0775-745A-4C50-B53D-B414C0D5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05  工具调用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553E1-66FF-46E9-A77A-20D9417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工具链与双重授权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041F7-8738-4C3D-B07E-937AC58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6B34-D383-40E1-9D83-9AA3DF5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模型看见稳定 schema，运行时仍会在真正执行前做二次检查。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ABE90-BB94-4439-8DDD-A0BB3B27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2448E-674D-43CA-B9CC-975C8671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592D5-A592-498A-92EE-A01466E7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固定展示所有运行时 Skill 所引用工具的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1C476-BE90-4965-88EE-674A26E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27622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5AD7A-D6C8-4662-99C5-C438AFE4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Agent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EB27D-0C3C-4E7D-8178-16576AE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解析 JSON 参数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校验 Skill allowlist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注入 session_id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6D11C-3F66-41AA-91B9-99714AF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633CA-572F-4F7D-8CB5-7D6D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Client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B8131-F262-43B6-A8CB-EFE1C659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持久 stdio 连接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同步接口桥接异步 event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BEB65-3D7F-4B4C-B854-ECA76F7C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3811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DD321-BAAE-4982-AC12-F60788B8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479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FastMCP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C7B0D-A123-423E-8C11-8308E69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57500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会话查找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领域函数执行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结构化结果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9432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15100" y="2943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9775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E9133-50C7-4989-BD7E-38BD036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010FD-7CB7-48D4-8287-94F661C3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关键工程处理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BDE4A-EE95-4B55-9D80-0F6DD8C8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模型 schema 中删除 session_id，运行时绑定当前会话后自动注入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调用异常转成 ok=false、error_type、message、retryable，作为 tool 结果回传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事件检测结果先做代表性压缩，降低大规模事件列表对上下文的占用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201F6-9F71-40BB-9F1E-5B917443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来源：agent_runtime/mcp_client.py；mcp_chat_agent.py；mcp_server/server.py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E65C8-397B-4D58-A247-9001E290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6099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B7F59-D65F-4BBF-968C-30D0E71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06  RAG 建库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A2586-BD1E-4033-A8B1-1B4F4002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结构感知的父子分块与双索引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612AC-58D0-4C6E-BEEB-78A0647F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44E76-BDA4-4119-AF93-D5F2C3D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建库优先保留标题层级、表格和页码，再为召回与上下文扩展分别设计粒度。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D1D0F-CADF-4540-ABE0-497AE91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DE96-2F5A-4262-90F3-CBCF0C6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知识文件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8865A-F910-44D6-B29C-EB57977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PDF、DOCX、MD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TXT、HTML、XHTML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F79C2-5A27-4441-B8D2-90B338ED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2BBD6-784B-4CD4-A942-F6796AF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Docling 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E72B4-C195-493D-A9BB-164499F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OCR、表格结构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标题层级、页码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DE08C-9E2E-41D5-B8B7-063823A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2608B-8CA3-4FE6-98A1-3D4716A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80ACC-1B4E-45E2-93FB-1CCAE26C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heading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paragraph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list、table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CAEFF-58B8-45A9-9FC5-D1496658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89AF6-99EF-4BCA-BB75-17237B6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父子分块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86C61-5CFB-4F06-89DE-FEBDCF5D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保持章节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Child 面向召回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7F6CD-24FD-42C2-B309-71B96EF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0AE6F-C3EB-4B43-9B68-57AF8EAC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BGE-M3 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4277F-717F-478B-AFDF-1CE93AF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向量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token 权重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E2764-7CEB-436E-9864-CDF1242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D3EEF-C420-48DD-9ED3-891EA80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索引落盘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3E927-D239-49B1-9836-2FD0F44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faiss.index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sparse_index.pkl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parents / children</a:t>
            </a:r>
          </a:p>
        </p:txBody>
      </p:sp>
      <p:cxnSp>
        <p:nvCxnSpPr>
          <p:cNvPr id="6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14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30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A523F-EF4D-41F2-9F29-2025E37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E31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DA424-9F9A-4A97-B3D8-A65FABF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分块参数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31561-3472-4EF2-A43A-28B4A3E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Parent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D3BB4-8C4B-4E1D-AC58-83B1FCE6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900，最大 1400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C1A66-92DB-4CC8-A9A3-4609A03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38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Child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CEC07-2908-46DD-97E2-9D5C7B9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280，最大 400，重叠 50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A3BCA1-B95A-4A62-9F6B-71CA00B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增量重建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0C9FC-B9E5-4F87-A206-C72A393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registry 比较文件 mtime、size、解析与分块配置；版本变化自动全量重建。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52FEE8-FC65-4F4A-ABB2-4CE0B79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来源：RAG/docling_parser.py；chunker.py；indexer.py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350F40-BA35-436D-953F-0A3EEF4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2050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3F393-C0C6-4240-A028-F0B1DA12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07  RAG 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DFC2B-378E-41E5-87BC-EC37854A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策略路由、三路召回与重排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D2F3A-71B3-42FE-931C-ECD33625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7D60F-1B80-4320-AAB0-B7335CB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检索结果最多返回 3 个父块，并在当前用户消息中临时注入。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5E957-7412-4F3A-9498-C5717B1D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1057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DB32D-D235-46B8-A2F0-C399F4E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33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检索策略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87FD6-677A-4409-9D20-FA39D8F8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871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知识问题直接检索；记录特异性工具请求跳过；模糊问题先做 FAISS 探测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5744-429C-4B53-991D-1B7E797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9429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B52B3-4DC9-47D8-AF9A-C0D69AD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90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双路召回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F59BD-01CE-4BCA-BE22-1926C49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Top 20 + Sparse Top 20，RRF 权重 0.6 / 0.4，合并 Top 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06E04-ACC0-430B-B13B-C34A7C4D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8286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6350A-5622-42DD-92E5-200B0010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CB924-67AC-4857-ABBD-2371985B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0.35 + Sparse 0.20 + ColBERT 0.45，保留 Top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730EB-1281-4921-8D6B-0B97E688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714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A2633-4E1A-4919-9799-074A0426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Cross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F2C92-5D13-41CE-9410-8E24920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bge-reranker-v2-m3 计算 query-passage 相关度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8B2BB-95EE-4384-8335-5399DD8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6000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EC98E-DF70-46CC-81E3-D35CA0C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最终评分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A71E6-33C6-4F06-A61C-A27CE8E7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0.2 × coarse_normalized + 0.8 × rerank_score；默认阈值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23E28-68F7-46F5-A45A-E23531B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4857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2B7D2-9E1C-4439-9E28-B3582485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19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上下文扩展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7B3E6-FF90-4C16-AB14-E896F36E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parent 去重，补充命中 child 的前后相邻块，最终 Top 0 至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B105F-60C3-494F-9E1A-19706F3C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隔离原则：检索片段只服务本轮知识回答，工具结果才形成患者特异性证据。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B5EEB-C0B8-4F58-AAAC-614D1C5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来源：RAG/retrieval_policy.py；retriever.py；ranking.py；searcher.py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40DD8-7641-4B5E-920A-AB69955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451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0F36F-7F95-407B-B08D-0925568F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08  端到端示例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73E2C-825E-4F14-B775-05443C86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一次事件筛查请求的执行轨迹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338EE-6A71-4BB8-BEC5-43BCAAF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6E782-666E-4F2D-9ECF-D8FBCDED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示例问题：前一分钟是否存在癫痫样放电？如果有，出现在哪些导联？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8AAD5-03BF-4FA2-9055-2451EED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DC6D7-5759-49F0-8AA1-035E4E43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A8BC3-1329-4448-8197-CA67A44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E24FF-E3D1-4C1C-94C6-62D6BB6B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27B44-199E-4273-8723-992B99F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关键词命中 detection，加载 allowed_tools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8782E-E1E8-4FD1-B698-F2114C27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F0B3-A521-400C-83C0-35A0D948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3D3E6-EE24-49F1-B7EA-A99D313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515D8-AD2F-49F5-A624-A7ACEF52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识别为记录特异性请求，本轮跳过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D78EF-F44E-4CBD-99C0-EFA7E82E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4E682-6A3E-4AF2-9E15-1556FB66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71974-7FFF-4AAD-8EF8-DC7BC2C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B8B8D-5913-472D-9621-1557257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记录时长未知时，先请求 get_eeg_basic_information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9FFA8-8ED6-440E-883B-5AEBCD78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8F14A-A56B-4F32-9F8F-F0BF108D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4EDCE-D3D5-4D1D-AC13-FC6D6A8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18F66-29CE-49F9-9761-541BD6F8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运行时注入 session_id，经 MCP 获取记录范围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4A1AA-A5D0-41E4-A94A-F4903A0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B9F9C-C6B5-4A1D-9D08-B0FA4CB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D6A03-06FD-489E-9331-3B61906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4584D-9105-44C7-B26E-F0EA62E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构造 detect_eeg_events，窗口 0 至 60 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22066-1083-48C0-95AA-C9C7D98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225B3-2DCF-4026-83B9-94A7E9B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406F3-9748-4EFD-845B-1A420A7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记忆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82422-E6DA-457A-BB48-4D961C29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把事件数量、时间、导联、脑区和置信度写入摘要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E02EA-7E38-465F-A6E3-6E12351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5BCEA-2307-4713-8A36-A6EA4F0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D5FD64-AC03-4956-9CEF-7779C248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回答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1CA3F-14BC-45F1-8F0F-B73FB099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只引用工具证据，并说明需要专业人员复核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6CD10-B0CB-4C39-ABD6-2BF758AA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0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D8D1EC-0B3E-4230-8104-D08B6321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可观测性：路由分数、工具耗时、上下文占用、缓存命中率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7546C5-611E-469F-ADF9-8960ECEC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来源：agent_runtime/mcp_chat_agent.py；detection Skill；mcp_server/server.py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C802AE-E93D-4CC0-9C43-38D0111E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4794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1B4A7-1D86-46C9-A086-18F0A27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09  工程总结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D37BC-2F0A-4C29-B2FB-CFF858C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当前实现与演进方向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AA022-F985-477D-81D7-2EAC7D3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94F3E-0F82-444C-87C3-9B8FDA2B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面试中需要同时说明已经落地的能力，以及下一阶段可以怎样扩展。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2786C-1C14-432D-974A-8925B64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当前实现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7A4BE-6A89-4D68-BF3F-DB4876B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确定性关键词与本地语义路由结合，低置信度安全降级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指令按轮次隔离，执行前强制校验工具权限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三层记忆配合 token 预算，RAG 只在当前轮临时注入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MCP 解耦 Agent 与 EEG 算法，并提供完整执行轨迹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DB323-DCA2-4051-B3A9-DAB32A6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演进方向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EA9E2-CD8A-4C53-A81C-EC6CD47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增加显式任务图，让复杂问题拆成可检查的多 Skill 子计划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把关键事件与报告写入可持久化记忆，并设计版本与权限策略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建立路由准确率、工具成功率、引用正确性与临床复核指标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对独立工具调用引入并行执行，同时保持会话状态一致性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A52DB-FDD4-4FFD-A9F3-56AC9672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12C37-0D3B-4016-AABB-0233C13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面试总结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2BA50-1B35-4DB9-90A5-62BD5D6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 的技术重点是把 LLM 的灵活决策放进一个可控、可追踪、可扩展的领域运行时。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0D2AE-43EF-45D3-859C-D0CC11D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来源：当前仓库实现；演进方向为基于现状的设计建议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1519F-86B3-4FA9-9A5E-516788E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0284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2026-09-06T15:10:03.9810000Z</dcterms:created>
  <dcterms:modified xsi:type="dcterms:W3CDTF">2026-09-06T15:10:03.9810000Z</dcterms:modified>
</coreProperties>
</file>